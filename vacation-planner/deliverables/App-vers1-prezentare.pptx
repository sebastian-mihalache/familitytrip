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fd9c102a94c1f" /><Relationship Type="http://schemas.openxmlformats.org/officeDocument/2006/relationships/extended-properties" Target="/docProps/app.xml" Id="Ree0028ac20074c35" /><Relationship Type="http://schemas.openxmlformats.org/officeDocument/2006/relationships/officeDocument" Target="/ppt/presentation.xml" Id="Rb935255ae9ca41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2f2ae02fd754831"/>
  </p:sldMasterIdLst>
  <p:notesMasterIdLst>
    <p:notesMasterId xmlns:r="http://schemas.openxmlformats.org/officeDocument/2006/relationships" r:id="Rb07e697c94e24e2b"/>
  </p:notesMasterIdLst>
  <p:sldIdLst>
    <p:sldId xmlns:r="http://schemas.openxmlformats.org/officeDocument/2006/relationships" id="256" r:id="R0c9499fa475a4255"/>
    <p:sldId xmlns:r="http://schemas.openxmlformats.org/officeDocument/2006/relationships" id="257" r:id="R67138b3c657b494d"/>
    <p:sldId xmlns:r="http://schemas.openxmlformats.org/officeDocument/2006/relationships" id="258" r:id="Rcc59961dae0b46c1"/>
    <p:sldId xmlns:r="http://schemas.openxmlformats.org/officeDocument/2006/relationships" id="259" r:id="R94c643f37f77492c"/>
    <p:sldId xmlns:r="http://schemas.openxmlformats.org/officeDocument/2006/relationships" id="260" r:id="R5c7857b1372c42c9"/>
    <p:sldId xmlns:r="http://schemas.openxmlformats.org/officeDocument/2006/relationships" id="261" r:id="R99c17d54bb32473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2ae02fd754831" /><Relationship Type="http://schemas.openxmlformats.org/officeDocument/2006/relationships/theme" Target="/ppt/theme/theme1.xml" Id="Rfbc27969aed34c80" /><Relationship Type="http://schemas.openxmlformats.org/officeDocument/2006/relationships/notesMaster" Target="/ppt/notesMasters/notesMaster1.xml" Id="Rb07e697c94e24e2b" /><Relationship Type="http://schemas.openxmlformats.org/officeDocument/2006/relationships/presProps" Target="/ppt/presProps.xml" Id="Rad5ebebe8a924768" /><Relationship Type="http://schemas.openxmlformats.org/officeDocument/2006/relationships/viewProps" Target="/ppt/viewProps.xml" Id="R766181265a444678" /><Relationship Type="http://schemas.openxmlformats.org/officeDocument/2006/relationships/tableStyles" Target="/ppt/tableStyles.xml" Id="R6a0a08c711d0402c" /><Relationship Type="http://schemas.openxmlformats.org/officeDocument/2006/relationships/slide" Target="/ppt/slides/slide1.xml" Id="R0c9499fa475a4255" /><Relationship Type="http://schemas.openxmlformats.org/officeDocument/2006/relationships/slide" Target="/ppt/slides/slide2.xml" Id="R67138b3c657b494d" /><Relationship Type="http://schemas.openxmlformats.org/officeDocument/2006/relationships/slide" Target="/ppt/slides/slide3.xml" Id="Rcc59961dae0b46c1" /><Relationship Type="http://schemas.openxmlformats.org/officeDocument/2006/relationships/slide" Target="/ppt/slides/slide4.xml" Id="R94c643f37f77492c" /><Relationship Type="http://schemas.openxmlformats.org/officeDocument/2006/relationships/slide" Target="/ppt/slides/slide5.xml" Id="R5c7857b1372c42c9" /><Relationship Type="http://schemas.openxmlformats.org/officeDocument/2006/relationships/slide" Target="/ppt/slides/slide6.xml" Id="R99c17d54bb32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fd27bebb1ea47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0ec3f80f6542b9" /><Relationship Type="http://schemas.openxmlformats.org/officeDocument/2006/relationships/notesMaster" Target="/ppt/notesMasters/notesMaster1.xml" Id="Re5e17434aa7f4ea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f68c3f25c84a27" /><Relationship Type="http://schemas.openxmlformats.org/officeDocument/2006/relationships/notesMaster" Target="/ppt/notesMasters/notesMaster1.xml" Id="R03fd4ca1f51f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3135c634354cc8" /><Relationship Type="http://schemas.openxmlformats.org/officeDocument/2006/relationships/notesMaster" Target="/ppt/notesMasters/notesMaster1.xml" Id="Rdb049a0ad5d747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f47a8f6c224ac6" /><Relationship Type="http://schemas.openxmlformats.org/officeDocument/2006/relationships/notesMaster" Target="/ppt/notesMasters/notesMaster1.xml" Id="R910db62c880e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5ee91f3d1f44e3" /><Relationship Type="http://schemas.openxmlformats.org/officeDocument/2006/relationships/notesMaster" Target="/ppt/notesMasters/notesMaster1.xml" Id="R14f177364a4445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e1928385af4739" /><Relationship Type="http://schemas.openxmlformats.org/officeDocument/2006/relationships/notesMaster" Target="/ppt/notesMasters/notesMaster1.xml" Id="Rc9343a8d44eb43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a8ce2e3f254f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d66d36cac504b5e" /><Relationship Type="http://schemas.openxmlformats.org/officeDocument/2006/relationships/slideLayout" Target="/ppt/slideLayouts/slideLayout2.xml" Id="R18da5a2ef2ab42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da5a2ef2ab42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b57a9f6b404430" /><Relationship Type="http://schemas.openxmlformats.org/officeDocument/2006/relationships/notesSlide" Target="/ppt/notesSlides/notesSlide1.xml" Id="Rdb25c9e42ff9405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df1b405a6b4364" /><Relationship Type="http://schemas.openxmlformats.org/officeDocument/2006/relationships/notesSlide" Target="/ppt/notesSlides/notesSlide2.xml" Id="Rc4fbe84f419848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07f94dbc914a7c" /><Relationship Type="http://schemas.openxmlformats.org/officeDocument/2006/relationships/notesSlide" Target="/ppt/notesSlides/notesSlide3.xml" Id="R3a4941d7f2f747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52117cebcb47c9" /><Relationship Type="http://schemas.openxmlformats.org/officeDocument/2006/relationships/notesSlide" Target="/ppt/notesSlides/notesSlide4.xml" Id="R18fe0a561f464d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52f626228c4c38" /><Relationship Type="http://schemas.openxmlformats.org/officeDocument/2006/relationships/notesSlide" Target="/ppt/notesSlides/notesSlide5.xml" Id="R0f61ec95390e43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a9c31097f44b99" /><Relationship Type="http://schemas.openxmlformats.org/officeDocument/2006/relationships/notesSlide" Target="/ppt/notesSlides/notesSlide6.xml" Id="R59aa07d96fb545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AD94C-85F0-4AB0-BCDA-4B683E0B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00129-787C-4FBE-B103-10EBAC0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3167C-3A17-4EF6-B23D-044087B1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3221E-A331-4AE7-9AB7-3214E190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1C56F-8D8F-4F38-A622-6ACFF203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A06B0-E6D9-4461-BE83-F6D84DF8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VERSIUNE DE PREDARE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D508DA-F0AD-4B5A-B7EC-12255349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App vers1 este pregătită ca prim release utilizabil.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46F2F-4BCD-433E-8F6D-6EA7EE14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590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Planificator personal pentru concedii de familie: trasee, costuri, bacuri, AI și deploy AWS într-o aplicație statică ușor de actualizat.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ECA95-4748-490F-9762-B6341EABA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A6E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09293-3949-4D63-A5D2-08D279E3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Trasee reale + hartă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9959B-7FAD-449C-9DE7-0284CBA2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908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7A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49FBB2-DE27-48A5-9455-F61D2D5C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480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Costuri combustibil/taxe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A92459-E834-4E04-880B-C6998D48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9908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D95104-BF0E-48EF-80E5-65D7ADB0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AI fără cheie în browser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87994D-6221-4DDA-97BD-13F41A76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42950"/>
            <a:ext cx="3143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CD00F0-316B-4D55-8C10-C65D67077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66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Release snapshot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CF6B67-610B-4CDE-B627-B49DEE2D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811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16EA76-CA55-4AE9-AAAA-517310A6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621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HTML + CSS + JS static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0C957-64D0-44E7-AC97-3291535C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383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FAAC1-E749-45AA-B0B4-3B01198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33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Hartă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C22942-8EF2-4BCF-A730-67D07729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145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OpenStreetMap + Leaflet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8D7ABA-3ED1-4155-920D-EEA994A4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908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6AC2A6-7D97-447C-99D1-2DA82C1A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6860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Rutare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DA87D-2F5F-4D82-9572-F0561844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OSRM live +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0D63BA-8C83-4FA2-A491-B2D4CA6D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F9CC2C-354C-40C6-B340-D58B7A09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3765E13-7C69-4E6E-AA18-641C7F7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1947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Lambda + API Gateway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263E86-833F-43C5-BDC2-3C3D0286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9570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9E9FFB-CCB2-461A-BDAF-FB6B08FD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909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5C403F-B350-4F9F-B5DE-0F979DA1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971925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AWS Amplify Hosting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B418A-3EE3-4E5E-BD04-273742E9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36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A5B03A-B4EE-4675-AFFB-11B57D1C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721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28 mai 2026 · App vers1 · drepturi rezervate</a:t>
            </a:r>
          </a:p>
        </p:txBody>
      </p:sp>
    </p:spTree>
    <p:extLst>
      <p:ext uri="{BB962C8B-B14F-4D97-AF65-F5344CB8AC3E}">
        <p14:creationId xmlns:p14="http://schemas.microsoft.com/office/powerpoint/2010/main" val="13890473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86D66C-B7D7-4918-8517-8C1B2FD5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3220F-39C7-4FA9-82D5-3C34CAEA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15459-1418-4009-A8D7-10FF440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103C5-E637-44B6-9593-519B9EA7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509110-0F39-44CF-9EA4-BE827CD3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D3F3-C1E6-4ECA-A9AE-3191BCBA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PROBLEMA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CD32D-CEE1-449B-BB4B-C6A19BE7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Planificarea concediului trece din foi separate într-un flux unic.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1A57AF-8C96-498B-AE6B-F75AEC209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8382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Versiunea 1 pune în același loc deciziile care înainte erau separate: distanță, combustibil, bac, cazare, taxe și locuri de văzut.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6B129-2BAD-4A06-97AF-8070C7A04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90A8A5-8C5D-45EC-B962-24C4C83D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Căutări separate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C8DB30-062E-4A20-B540-ACC95EBC2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Google Maps, prețuri combustibil, feribot, cazare și notițe AI în locuri diferite.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DEE313-CFDD-4DB0-B51E-2F7C3205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09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B6C8E-8946-4989-A890-CB87AB64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9BCFB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0919C-EFF9-4A2D-8335-A2DF2DA3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90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A241A-DA77-4E66-835C-1375C0BD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Introduci ruta, familia și bugetul; aplicația calculează scenariul într-o singură pagină.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57A51C-CB1E-4818-8B57-409C5191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09950"/>
            <a:ext cx="41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21C14-ECB6-4281-A146-A572DA2B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24150"/>
            <a:ext cx="2857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960142-A823-4F2D-B014-F108C4C78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08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Decizie rapidă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E129E-6ECF-4C2C-9C84-7DB0AB9D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409950"/>
            <a:ext cx="2266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Compari auto, auto + bac, opriri și costuri înainte să rezervi.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EAF2F-85A0-4043-86CF-6947699D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CF0D5C-7F6F-43E9-A05C-AF21356A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Rezultatul: mai puține estimări manuale, mai multă claritate înainte de concediu.</a:t>
            </a:r>
          </a:p>
        </p:txBody>
      </p:sp>
    </p:spTree>
    <p:extLst>
      <p:ext uri="{BB962C8B-B14F-4D97-AF65-F5344CB8AC3E}">
        <p14:creationId xmlns:p14="http://schemas.microsoft.com/office/powerpoint/2010/main" val="89756743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32B64A-B8BA-4541-84CD-D36A5DC5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267F0-5DC1-4553-9F8D-DCD0FDC6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893C4-62E7-449F-B20D-526F438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52FE4-ACB8-4747-A846-FABBAA09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D53FB-A7B5-49C2-8BD4-7DDC8D1D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70AB0-76F2-497A-BBF5-86FFC30F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FUNCȚII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D6A0A-5901-44A6-B13A-06A8AFBF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Versiunea 1 acoperă traseu, costuri, AI și export.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F21AD6-C197-49EF-A96E-A8E7A5FE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E881-A40B-4E4C-A6B2-B0C20D4B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29A577-6D97-4297-8F58-1E337D0B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Traseu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419D44-4B40-4FA0-908D-EA885C5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5146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Plecare, destinație, puncte intermediare, hartă reală și rutare live.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4A9B2-238D-4A85-8B96-57815D2B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75AB5-608C-47C9-B404-B145B1F5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6EA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9CB347-B91D-4AA6-A825-DE79441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FCCC4-6229-46F1-8789-0A468739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Segmente manuale sau preseturi pentru rute precum Durrës - Bari.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DDED2-BC89-469E-91F3-ED9C0BDF6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025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F6A161-D943-47C2-94CF-80282F5D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0980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9A931-64E4-443E-AE0E-BAA1AF00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Combustibil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9233E0-C82B-4118-AA12-E3173233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Benzină, diesel, GPL, electric și prețuri online pe țări.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5607E-A922-43AC-91F6-8C505980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9570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DB6F77-D56A-41D1-9BBB-3AB9D4A5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7A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2C4B75-509B-4F92-84F3-C50D578F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86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Taxe drum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3867E0-D56C-4995-8483-497D89AA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Estimări pe vignetă/rovinietă sau €/km, editabile manual.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D691E-A0CE-43FE-B1F1-1A640964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9570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B9753-50F5-44B3-8010-71A0D73C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905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166431-08DA-4EE7-B867-725FC35D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86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AI planner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EEC4BF-63BD-4732-B0FC-8B4FA79B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2100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Sugestii pentru opriri, locuri de văzut și plan pe zile.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B51506-B86F-4D6E-8DFB-4C3F134C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95700"/>
            <a:ext cx="3105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D70906-F11B-47EC-A5C0-53B4E6C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52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2A039F-0635-4F38-B986-37C1DE05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86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AFFD17-BF4C-4404-A332-3F6BE1A2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2133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Plan JSON și fișier cu date combustibil/taxe pentru audit.</a:t>
            </a:r>
          </a:p>
        </p:txBody>
      </p:sp>
    </p:spTree>
    <p:extLst>
      <p:ext uri="{BB962C8B-B14F-4D97-AF65-F5344CB8AC3E}">
        <p14:creationId xmlns:p14="http://schemas.microsoft.com/office/powerpoint/2010/main" val="13465780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B43EFE-0C6E-4C23-B19B-32931B20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1B391-732E-4678-AE76-1876EA6A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D6646-3C27-4A83-909F-46C5805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00F7E-B689-4633-A1DD-B69BE801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FE053F-C25F-477D-BCE6-9A6B1123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61BF7-56D1-49BC-98CD-1A121B80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ARHITECTURĂ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9DAF0-431D-4C66-B400-4E07E9F9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810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AWS rămâne simplu: hosting static plus endpointuri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41341-F753-4649-8A3E-B1187672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Cheile și cererile externe sensibile stau în Lambda, nu în browser. Frontendul rămâne ieftin și ușor de deployat.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D0E635-2210-4FA3-A269-529ACF7A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0CF9C-9F39-4A3E-96BF-164CA1F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52CDF-67EC-44BB-97F7-3BDC9D99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Utilizatorul completează traseul și bugetul.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D7330-17A9-42A0-AF9E-24170DAF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25024-4921-4B8A-868C-AA04E85B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147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2BE2C-5C6E-4594-B0D1-31DE543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7813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A6E5D7-C1CB-49D0-99F2-85A64E2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Amplify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4F91E9-1AB0-4EC7-BDFB-6F527A9A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09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Servește HTML, CSS și JS static.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27BF2-9A71-4131-AB8E-F5417223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72C0F0-7DC3-4054-851A-2FB326BF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E7307-0E1B-4C3C-8B43-0C40A9AE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A0441-CDDC-45C8-95A8-6B92EA0AB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API Gateway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7C5140-1DFB-472E-8240-AECEC817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09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Expune /api/ai-suggestions și /api/fuel-prices.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74586-7D41-4B21-A942-AE0A01E3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0A1E07-797E-4CA1-B4FC-61E68338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147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1AC272-0D7C-4488-B719-B1E3B4D0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9BCFB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D697E1-3C43-41E6-9FF9-6799C8073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Lambda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04BCED-1C21-414A-A2E8-070CD5B2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9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Ține cheia AI și descarcă date externe.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74BB01-271A-4E78-91F5-BE26338A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57575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4FAA88-17F2-4294-840B-AC1FC6FB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14700"/>
            <a:ext cx="304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2E494E-15CD-40C2-9F36-3714529D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813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43B868-3847-4578-BAE4-BA630CC5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0289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Surse externe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827A67-CC37-4D25-90D5-1F48EFB19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9950"/>
            <a:ext cx="1295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Gemini, Fuelo, OSRM, OSM tiles.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50621-C1A0-43FB-8DB8-4A1BD7C7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5"/>
          </a:solidFill>
          <a:ln xmlns:a="http://schemas.openxmlformats.org/drawingml/2006/main" w="9525">
            <a:solidFill>
              <a:srgbClr val="F0D49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B40FB3-CD1C-4420-B255-09BA0AE3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Principiu V1: fără EC2 permanent, fără NAT Gateway, fără baze de date până când apar conturi/salvare planuri.</a:t>
            </a:r>
          </a:p>
        </p:txBody>
      </p:sp>
    </p:spTree>
    <p:extLst>
      <p:ext uri="{BB962C8B-B14F-4D97-AF65-F5344CB8AC3E}">
        <p14:creationId xmlns:p14="http://schemas.microsoft.com/office/powerpoint/2010/main" val="7868189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87537E-0685-4D0F-9673-D1E5CEF22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6441-4998-48BE-8BF0-C632239B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4CB06B-4A47-49A7-9AA5-34A2B18F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5C061-E1BD-4882-B58C-13F3DBFD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A4665-A278-4A1E-AA1A-D7ECAC24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1EE24-6141-4D3F-AF17-15A114D1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52C62-A849-4FA5-9601-5253A2C5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V1 este utilă acum, cu limite de acuratețe asumate.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F8E6D-65EF-409F-B0BD-8FE2038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5C8BDC-A1AD-471A-9530-5270D82E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Acoperit în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DDA80E-2F0C-4C3A-9A1C-11E5AAA7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14A5CB-A630-48CE-8B26-6F429879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43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Rută auto cu puncte intermediare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C2839C-E511-4475-83A9-E454D089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6419DD-F335-40A9-8CE3-E8103BC5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Hartă reală și linie bac separată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D433FE-3563-48EB-90E4-4DB8F6D2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70C039-5CE3-4BF0-B72D-713347FA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67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Costuri familie, cazare, mâncare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0A24E-9770-4C0D-B98D-DABEACE1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76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4BC8A0-6578-405C-884D-7DCE2B81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Prețuri online combustibil pe țări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6C3DA-B620-417F-8A0F-BAAE33D1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9A0EF-D33D-4002-A262-ED6CBDDD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Estimări taxe drum editabile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1D1702-30CA-4460-BCC3-556BCF2A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00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ADBB3-283A-4F0B-9C86-0FCE6E1B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AI planner prin endpoint server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52133C-F5C1-41C0-ACC6-1BE5A279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43100"/>
            <a:ext cx="47625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3E9A80-7547-4538-B4E7-31D5459C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05A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05A4A"/>
                </a:solidFill>
                <a:latin typeface="Aptos"/>
                <a:ea typeface="Aptos"/>
                <a:cs typeface="Aptos"/>
              </a:rPr>
              <a:t>Limite cunoscute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F5D842-8D19-42B6-ADFC-3C6DBF70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90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E43835-C914-4FEF-A4B2-8B80E0D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432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Tolls sunt estimări, nu bariere reale pe rută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7DD327-E9F9-4B66-811A-8595BAF5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52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7E692D-0E38-4729-B308-88B3CAD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Cazările și zborurile nu au API real încă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F7D936-9EBA-4230-BBC6-46CF9C25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47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55A27D-D0AD-414A-8DFB-30474EE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Prețurile combustibil sunt medii naționale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D83C9A-C59E-42E5-9B82-ACFFC180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76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D3BFA-08D5-4140-949B-2B029F811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290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Feriboturile au cost/orar manual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3286C3-C32E-47C4-BC8E-F4A7D354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386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22D28B-71D0-4BC9-9BEB-4D332306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1910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Serviciile publice OSM/OSRM pot avea limite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6539B1-55D7-4767-AC22-D50C757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005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5A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440DA5-DBC4-4967-BBAF-1223EE2C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529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Nu există conturi utilizator sau salvare cloud</a:t>
            </a:r>
          </a:p>
        </p:txBody>
      </p:sp>
    </p:spTree>
    <p:extLst>
      <p:ext uri="{BB962C8B-B14F-4D97-AF65-F5344CB8AC3E}">
        <p14:creationId xmlns:p14="http://schemas.microsoft.com/office/powerpoint/2010/main" val="1824365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B04BD2-1B56-4375-AB42-FF2801D5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400A5-D8D7-43C4-88E5-6C36E19D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627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App vers1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EB5E0-2A6B-4D5B-9172-3C1CA141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627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Made by SebastiaM @msecur.ro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ADF42-5546-4BFB-8663-F7AB587D7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6270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CDB9D-8118-4E2E-9236-58ED7EE2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3A5D8-AE80-4709-A927-7C39A99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UPDATE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8C2C1-19AC-43AA-80BA-17286746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F2933"/>
                </a:solidFill>
                <a:latin typeface="Aptos Display"/>
                <a:ea typeface="Aptos Display"/>
                <a:cs typeface="Aptos Display"/>
              </a:rPr>
              <a:t>Git plus Amplify transformă update-urile într-un flux repetabil.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6D05E-3750-435F-8D18-6815DDC5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819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933"/>
                </a:solidFill>
                <a:latin typeface="Aptos"/>
                <a:ea typeface="Aptos"/>
                <a:cs typeface="Aptos"/>
              </a:rPr>
              <a:t>Pentru V1, poți continua cu redeploy manual prin zip. Pasul următor este conectarea repository-ului Git la Amplify.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770EB-D953-4E6F-9D79-795D04B7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706739-FED6-4075-8503-844803F7A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90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1. Schimbare locală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B0C0F-4806-4F5A-B439-2DEAAA9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718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Edităm HTML/CSS/JS și testăm pe localhost.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598886-2564-4918-9ABE-4F598766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76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F06798-784F-4A3C-86F6-E5159AFF1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24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68A5BE-0F76-468F-9B9A-1DB3CC73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990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A6EA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3A6EA5"/>
                </a:solidFill>
                <a:latin typeface="Aptos"/>
                <a:ea typeface="Aptos"/>
                <a:cs typeface="Aptos"/>
              </a:rPr>
              <a:t>2. Commit Git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AA50E-9142-4E62-89B5-EA5B875A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718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git add, git commit, git push către repo.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D90278-3789-4F2B-B3C9-9959CB61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76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DDEF2-9E58-4C57-AE0A-E89EE8AA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24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821DFF-DA07-4C65-8879-077F8287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90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3. Deploy AWS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2B66E-E0E6-46A5-800A-C6D5AC24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Amplify publică frontendul; CloudFormation actualizează backendul când e nevoie.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C61AC3-2230-4565-BBE1-69AB78F9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42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FB475F-AF73-4BC7-8F31-C380CAF0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24150"/>
            <a:ext cx="2133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10782-FB26-4E89-9F0F-162300B9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908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29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2933"/>
                </a:solidFill>
                <a:latin typeface="Aptos"/>
                <a:ea typeface="Aptos"/>
                <a:cs typeface="Aptos"/>
              </a:rPr>
              <a:t>4. Test staging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4FE27-45C3-4A51-ABFB-8D7FECA1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71850"/>
            <a:ext cx="16764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Verificăm traseu, AI, combustibil, taxe și mobil.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27545-6C3E-4CB3-A6C3-1ED330C2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F"/>
          </a:solidFill>
          <a:ln xmlns:a="http://schemas.openxmlformats.org/drawingml/2006/main" w="9525">
            <a:solidFill>
              <a:srgbClr val="9BCFB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AB3988-AE22-48F1-B5B4-18AA2D46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720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F7A5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F7A5A"/>
                </a:solidFill>
                <a:latin typeface="Aptos"/>
                <a:ea typeface="Aptos"/>
                <a:cs typeface="Aptos"/>
              </a:rPr>
              <a:t>Roadmap după V1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35ECA7-7CFE-443E-A7C8-928F127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010150"/>
            <a:ext cx="6858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API tolls real pe rută · cazări/prețuri reale · export PDF · conturi și salvare planuri · deploy direct din Git.</a:t>
            </a:r>
          </a:p>
        </p:txBody>
      </p:sp>
    </p:spTree>
    <p:extLst>
      <p:ext uri="{BB962C8B-B14F-4D97-AF65-F5344CB8AC3E}">
        <p14:creationId xmlns:p14="http://schemas.microsoft.com/office/powerpoint/2010/main" val="1556894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2026-05-27T22:31:28.3380000Z</dcterms:created>
  <dcterms:modified xsi:type="dcterms:W3CDTF">2026-05-27T22:31:28.3380000Z</dcterms:modified>
</coreProperties>
</file>